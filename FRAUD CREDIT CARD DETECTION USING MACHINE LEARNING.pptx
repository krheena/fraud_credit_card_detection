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8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1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4E8EE4-5CE1-457F-AE40-619D15416F99}">
          <p14:sldIdLst>
            <p14:sldId id="256"/>
            <p14:sldId id="258"/>
            <p14:sldId id="257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71"/>
          </p14:sldIdLst>
        </p14:section>
        <p14:section name="Untitled Section" id="{E739E844-BF3D-42DF-A21D-C137511745FA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523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49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92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58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074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58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753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022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893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1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735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386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389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9873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3529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253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326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24395-530A-4ECF-98D2-C76B56A6925C}" type="datetimeFigureOut">
              <a:rPr lang="en-IN" smtClean="0"/>
              <a:t>27-05-25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87F89-E9C7-44E7-9DDD-89E14C18AC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417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A875E-0E48-4AA7-B9BB-B27A58116E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u="sng" dirty="0">
                <a:solidFill>
                  <a:srgbClr val="FF0000"/>
                </a:solidFill>
              </a:rPr>
              <a:t>FRAUD CREDIT CARD DETECTION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E8D68-B045-466D-8A0E-EF90CA6F1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TEAM MEMBERS</a:t>
            </a:r>
          </a:p>
          <a:p>
            <a:r>
              <a:rPr lang="en-IN" dirty="0"/>
              <a:t>HEENA</a:t>
            </a:r>
          </a:p>
          <a:p>
            <a:r>
              <a:rPr lang="en-IN" dirty="0"/>
              <a:t>MANSI</a:t>
            </a:r>
          </a:p>
          <a:p>
            <a:r>
              <a:rPr lang="en-IN" dirty="0"/>
              <a:t>ARIF MOHAMMAND</a:t>
            </a:r>
          </a:p>
          <a:p>
            <a:r>
              <a:rPr lang="en-IN" dirty="0"/>
              <a:t>Usha Devi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01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D49AC-9798-47E2-9D31-06F5DF26C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INTRODUCTION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FB469-285A-43C9-857B-1F0092EC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Machine Learning, often abbreviated as ML, is a subset of artificial intelligence (AI) that focuses on the development of computer algorithms that improve automatically through experience and by the use of data.</a:t>
            </a:r>
          </a:p>
          <a:p>
            <a:r>
              <a:rPr lang="en-US" sz="2800" dirty="0"/>
              <a:t>Machine learning enables computers to learn from data and make decisions or predictions without being explicitly programmed to do so.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20702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4677-FB9F-488C-BA3B-76927D29C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What is credit card fraud?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53780-DBD0-4FD3-94F0-BAF298A45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Credit card fraud is when someone uses your credit card or credit account to make a purchase you didn't authorize. This activity can happen in different ways: If you lose your credit card or have it stolen, it can be used to make purchases or other transactions, either in person or online.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76105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B0373-D060-4B63-AA1B-E506AD7D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9C8B8-E5F3-4535-9466-2B4862319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To preprocess and analyze credit card transaction data, addressing issues like missing values and imbalanced datasets.</a:t>
            </a:r>
          </a:p>
          <a:p>
            <a:r>
              <a:rPr lang="en-US" dirty="0"/>
              <a:t> To compare the performance of traditional ML algorithms (e.g., Logistic Regression, Decision Trees) with hybrid models for fraud detection.</a:t>
            </a:r>
          </a:p>
          <a:p>
            <a:r>
              <a:rPr lang="en-US" dirty="0"/>
              <a:t>To implement ensemble methods (e.g., Random Forest, Gradient Boosting) and hybrid models combining supervised and unsupervised learning.</a:t>
            </a:r>
          </a:p>
          <a:p>
            <a:r>
              <a:rPr lang="en-US" dirty="0"/>
              <a:t>To evaluate model performance using metrics like precision, recall, F1-score, and AUC-ROC.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1190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605B-7A99-4CC4-ACD8-BE4545E8A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Methodology Workflow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6DCE3B-89F0-4E60-B549-80B6A569DC0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593" y="1429305"/>
            <a:ext cx="8913180" cy="482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00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2EAC-471E-460E-ACD7-A2A60C72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Dataset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1DC05-CBED-43A3-9945-3F9603047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 of Dataset :creditcard.csv      </a:t>
            </a:r>
          </a:p>
          <a:p>
            <a:r>
              <a:rPr lang="en-US" dirty="0"/>
              <a:t>collected from: https://www.kaggle.com</a:t>
            </a:r>
          </a:p>
          <a:p>
            <a:r>
              <a:rPr lang="en-US" dirty="0"/>
              <a:t>No of customers(records): 284807           </a:t>
            </a:r>
          </a:p>
          <a:p>
            <a:r>
              <a:rPr lang="en-US" dirty="0"/>
              <a:t>No of features:31           </a:t>
            </a:r>
          </a:p>
          <a:p>
            <a:r>
              <a:rPr lang="en-US" dirty="0"/>
              <a:t>No of Target var(dependent) :Class          </a:t>
            </a:r>
          </a:p>
          <a:p>
            <a:r>
              <a:rPr lang="en-US" dirty="0"/>
              <a:t>feature(Int type) :1          </a:t>
            </a:r>
          </a:p>
          <a:p>
            <a:r>
              <a:rPr lang="en-US" dirty="0"/>
              <a:t>feature(Float type) : 29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3293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722E9-E705-4FDD-A8F9-77D61709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b="1" dirty="0">
                <a:solidFill>
                  <a:srgbClr val="FF0000"/>
                </a:solidFill>
              </a:rPr>
              <a:t>Implementation code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E068C-9946-4CE2-860E-ED8F524D5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pandas as pd( import library)</a:t>
            </a:r>
          </a:p>
          <a:p>
            <a:r>
              <a:rPr lang="en-IN" dirty="0"/>
              <a:t>df=pd.read_csv('/content/creditcard.csv’) (read csv data)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0031C-65BF-492F-BBC9-6219D84C0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220" y="3113088"/>
            <a:ext cx="8771139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79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78F9-A08D-4D16-BEC3-523F532D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27" y="365125"/>
            <a:ext cx="10651273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Pre-processing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5C0CD01-3379-41EF-BF9A-A0C7EFC59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0933" y="2095500"/>
            <a:ext cx="6570133" cy="3695700"/>
          </a:xfrm>
        </p:spPr>
      </p:pic>
    </p:spTree>
    <p:extLst>
      <p:ext uri="{BB962C8B-B14F-4D97-AF65-F5344CB8AC3E}">
        <p14:creationId xmlns:p14="http://schemas.microsoft.com/office/powerpoint/2010/main" val="1889833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6F789-ED2B-435C-A6E7-42E5AA9E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Duplicates values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5F03E-6A02-4481-ABAB-77F196744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                                             1081 duplicate values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929C78-68B1-43A1-986C-997C0C75D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399" y="1758836"/>
            <a:ext cx="8701671" cy="334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908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0438E-7016-468E-AA64-D591E9FB9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Outliers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C86E6D-94F2-4115-9278-CB07F03B0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6171" y="2095500"/>
            <a:ext cx="6570133" cy="3695700"/>
          </a:xfrm>
        </p:spPr>
      </p:pic>
    </p:spTree>
    <p:extLst>
      <p:ext uri="{BB962C8B-B14F-4D97-AF65-F5344CB8AC3E}">
        <p14:creationId xmlns:p14="http://schemas.microsoft.com/office/powerpoint/2010/main" val="2720210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F4B7-1E84-46E6-921F-9C005C2F7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Benchmark data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C1FCA3-6C78-49C1-869C-187CACD2A4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0933" y="2095500"/>
            <a:ext cx="6570133" cy="3695700"/>
          </a:xfrm>
        </p:spPr>
      </p:pic>
    </p:spTree>
    <p:extLst>
      <p:ext uri="{BB962C8B-B14F-4D97-AF65-F5344CB8AC3E}">
        <p14:creationId xmlns:p14="http://schemas.microsoft.com/office/powerpoint/2010/main" val="295782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C0169-82EE-4A53-8B8C-CC1B06720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837FC-7FD5-4E29-950B-59B4EBF52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the problem</a:t>
            </a:r>
          </a:p>
          <a:p>
            <a:pPr marL="457200" indent="-4572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the raw data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Download data from Kaggle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import the  libraries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Pandas, NumPy, sklearn etc.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Process the data for analysis.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Perform the logistic regression on data</a:t>
            </a:r>
          </a:p>
          <a:p>
            <a:pPr marL="457200" lvl="1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Explore the data.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Perform in-depth analysis.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Communicate result of the analysis</a:t>
            </a:r>
          </a:p>
        </p:txBody>
      </p:sp>
    </p:spTree>
    <p:extLst>
      <p:ext uri="{BB962C8B-B14F-4D97-AF65-F5344CB8AC3E}">
        <p14:creationId xmlns:p14="http://schemas.microsoft.com/office/powerpoint/2010/main" val="3448140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E1F90-428F-4D1D-B873-37229C822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Algorithms comparison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026476-709A-41D0-8087-9A70B8C2F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6171" y="2095500"/>
            <a:ext cx="6570133" cy="3695700"/>
          </a:xfrm>
        </p:spPr>
      </p:pic>
    </p:spTree>
    <p:extLst>
      <p:ext uri="{BB962C8B-B14F-4D97-AF65-F5344CB8AC3E}">
        <p14:creationId xmlns:p14="http://schemas.microsoft.com/office/powerpoint/2010/main" val="3523319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F7C9A-261D-457E-8CF0-39D3A5C0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</a:t>
            </a:r>
            <a:r>
              <a:rPr lang="en-IN" b="1" dirty="0">
                <a:solidFill>
                  <a:srgbClr val="FF0000"/>
                </a:solidFill>
              </a:rPr>
              <a:t>Roc curve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3AB302-9746-44FE-802C-3B0E68328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6171" y="2095500"/>
            <a:ext cx="6570133" cy="3695700"/>
          </a:xfrm>
        </p:spPr>
      </p:pic>
    </p:spTree>
    <p:extLst>
      <p:ext uri="{BB962C8B-B14F-4D97-AF65-F5344CB8AC3E}">
        <p14:creationId xmlns:p14="http://schemas.microsoft.com/office/powerpoint/2010/main" val="739985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DF558-DF46-4C77-8468-F9FDAF29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Thanks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2FE92-1A02-4B62-9785-3A32D834E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831850" y="8318809"/>
            <a:ext cx="10515600" cy="52410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19495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914</TotalTime>
  <Words>385</Words>
  <Application>Microsoft Office PowerPoint</Application>
  <PresentationFormat>Widescreen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Rockwell</vt:lpstr>
      <vt:lpstr>Times New Roman</vt:lpstr>
      <vt:lpstr>Damask</vt:lpstr>
      <vt:lpstr>FRAUD CREDIT CARD DETECTION USING MACHINE LEARNING</vt:lpstr>
      <vt:lpstr>INTRODUCTION </vt:lpstr>
      <vt:lpstr>What is credit card fraud?</vt:lpstr>
      <vt:lpstr>OBJECTIVES</vt:lpstr>
      <vt:lpstr>Methodology Workflow diagram</vt:lpstr>
      <vt:lpstr>Dataset</vt:lpstr>
      <vt:lpstr> Implementation code description</vt:lpstr>
      <vt:lpstr>Pre-processing</vt:lpstr>
      <vt:lpstr>Duplicates values</vt:lpstr>
      <vt:lpstr>Outliers </vt:lpstr>
      <vt:lpstr>Benchmark data </vt:lpstr>
      <vt:lpstr>module</vt:lpstr>
      <vt:lpstr>Algorithms comparison </vt:lpstr>
      <vt:lpstr> Roc curve</vt:lpstr>
      <vt:lpstr>Thanks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CREDIT CARD DETECTION USING MACHINE LEARNING</dc:title>
  <dc:creator>kr heena</dc:creator>
  <cp:lastModifiedBy>kr heena</cp:lastModifiedBy>
  <cp:revision>10</cp:revision>
  <dcterms:created xsi:type="dcterms:W3CDTF">2025-05-22T17:16:38Z</dcterms:created>
  <dcterms:modified xsi:type="dcterms:W3CDTF">2025-05-27T06:42:39Z</dcterms:modified>
</cp:coreProperties>
</file>